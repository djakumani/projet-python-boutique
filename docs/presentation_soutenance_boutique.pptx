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777240"/>
            <a:ext cx="146304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FFFFFF"/>
                </a:solidFill>
              </a:rPr>
              <a:t>Projet Django
Boutique en ligne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74320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E2E8F0"/>
                </a:solidFill>
              </a:rPr>
              <a:t>Cours : Management des donnees et innovation
Equipe : Zeinabou, Assia, Awa, Alexis, Chloe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02336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D1D5DB"/>
                </a:solidFill>
              </a:rPr>
              <a:t>Soutenance : objectif, fonctionnement, code, demo, difficultes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Plan de la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1. Objectif du projet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2. Fonctionnement du site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3. Structure du code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4. Repartition du travail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5. Choix de design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6. Demonstration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7. Difficultes rencontrees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8.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82880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4B5563"/>
                </a:solidFill>
              </a:rPr>
              <a:t>La presentation doit surtout montrer que vous maitrisez l'objectif, la logique du site et votre repartition dans le groupe.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Objectif et fonctionnement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Developper un site de vente en ligne avec Django et SQLite.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Distinguer deux types d'utilisateurs : client et administrateur.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Permettre la consultation du catalogue, la connexion et l'achat.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Permettre la gestion des articles et la mise a jour du stock.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Ce que le site permet de faire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Client : voir les articles, les images, le stock et le prix.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Client : se connecter, s'inscrire et acheter une quantite disponible.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Administrateur : ajouter, modifier et supprimer des articles.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Le stock diminue automatiquement apres un achat valide.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Les categories facilitent la navigation.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Le catalogue s'appuie sur les donnees de la base SQLite.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Les images sont chargees depuis static/img.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Les messages de succes et d'erreur guident l'utilisateur.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Structure du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boutique_vetements/ : configuration generale Django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shop/ : application principale du projet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templates/ : pages HTML du site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static/ : images, CSS et JavaScript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docs/ : captures, PDF et presentation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scripts/ : automatisation de captures et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shop/models.py : modele Article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shop/views.py : logique metier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shop/forms.py : formulaires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shop/urls.py : routes du site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shop/tests.py : tests automatiques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init_data.py : donnees de demonstration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Quel code fait quoi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models.py : definit la table Article avec designation, representation, stock, prix et categorie.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views.py : gere les pages, l'achat, les redirections et les messages.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forms.py : controle les saisies utilisateur et admin.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templates/ : affichent les pages visibles par le client et l'admin.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admin.py : personnalise l'administration Django.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tests.py : verifie les parcours importants.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Repartition du travail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686800"/>
              </a:tblGrid>
              <a:tr h="716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Membre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Contribution principale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</a:rPr>
                        <a:t>Zeinabou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</a:rPr>
                        <a:t>Structure du projet, URLs, integration finale, verification.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</a:rPr>
                        <a:t>Assia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</a:rPr>
                        <a:t>Modele Article, base de donnees, categories, administration.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</a:rPr>
                        <a:t>Awa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</a:rPr>
                        <a:t>Logique d'achat, stock, vues et formulaires.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</a:rPr>
                        <a:t>Alexis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</a:rPr>
                        <a:t>Templates HTML, CSS, JavaScript, interface visuelle.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</a:rPr>
                        <a:t>Chloe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</a:rPr>
                        <a:t>Donnees de demo, tests, captures et documentation.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Choix de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Interface claire et moderne inspiree d'un site e-commerce de vetements.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Palette sobre pour mettre en avant les produits.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Grille de cartes pour lire vite l'image, le prix et le stock.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Navigation simple entre accueil, catalogue, login et gestion.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Nous n'avons pas choisi un design trop charge.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Le but etait d'etre lisible pour la demonstration.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La priorite est restee la fonctionnalite du projet.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Le design soutient la demo sans compliquer l'utilisation.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Demonstration prevue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Ouvrir l'accueil puis le catalogue.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Montrer les categories homme, femme et enfant.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Se connecter en client avec client1 / client123.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Acheter un article et montrer le message de confirmation.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Verifier que le stock a baisse.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Se connecter en admin avec admin / admin123.</a:t>
            </a:r>
          </a:p>
          <a:p>
            <a:pPr>
              <a:spcAft>
                <a:spcPts val="700"/>
              </a:spcAft>
              <a:defRPr sz="1800">
                <a:solidFill>
                  <a:srgbClr val="111827"/>
                </a:solidFill>
              </a:defRPr>
            </a:pPr>
            <a:r>
              <a:t>Montrer l'ajout, la modification ou la suppression d'un article.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Captures de demonstration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47472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35608"/>
            <a:ext cx="3255264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875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B5563"/>
                </a:solidFill>
              </a:rPr>
              <a:t>Connexion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325880"/>
            <a:ext cx="384048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catalogue-cl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435608"/>
            <a:ext cx="3621024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60520" y="568756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B5563"/>
                </a:solidFill>
              </a:rPr>
              <a:t>Catalogue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47472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achat-p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7" y="1435608"/>
            <a:ext cx="3255264" cy="4206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83879" y="56875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B5563"/>
                </a:solidFill>
              </a:rPr>
              <a:t>Achat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Verification du stock et gestion 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-stock-apres-a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481328"/>
            <a:ext cx="517550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87568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B5563"/>
                </a:solidFill>
              </a:rPr>
              <a:t>Stock apres achat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gestion-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481328"/>
            <a:ext cx="5175504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5687568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B5563"/>
                </a:solidFill>
              </a:rPr>
              <a:t>Gestion administrateur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Difficultes rencontrees et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Integration de travaux venant de plusieurs membres.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Certains fichiers externes n'etaient pas dans GitHub au debut.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Nettoyage des noms d'images et correspondance avec les categories.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Adaptation de maquettes HTML/CSS dans une vraie structure Django.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Verification du stock pour eviter les erreurs d'achat.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Solution : integration finale et verification globale du projet.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Solution : tests automatiques et parcours verifies manuellement.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Solution : rangement des assets et mise a jour des chemins.</a:t>
            </a:r>
          </a:p>
          <a:p>
            <a:pPr>
              <a:spcAft>
                <a:spcPts val="700"/>
              </a:spcAft>
              <a:defRPr sz="1700">
                <a:solidFill>
                  <a:srgbClr val="111827"/>
                </a:solidFill>
              </a:defRPr>
            </a:pPr>
            <a:r>
              <a:t>Solution : README, PDF, captures et PowerPoint prepares.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11827"/>
                </a:solidFill>
              </a:defRPr>
            </a:pPr>
            <a:r>
              <a:t>Le projet repond au cahier des charges du cours.</a:t>
            </a:r>
          </a:p>
          <a:p>
            <a:pPr>
              <a:spcAft>
                <a:spcPts val="700"/>
              </a:spcAft>
              <a:defRPr sz="1900">
                <a:solidFill>
                  <a:srgbClr val="111827"/>
                </a:solidFill>
              </a:defRPr>
            </a:pPr>
            <a:r>
              <a:t>Les deux roles sont bien distingues : client et administrateur.</a:t>
            </a:r>
          </a:p>
          <a:p>
            <a:pPr>
              <a:spcAft>
                <a:spcPts val="700"/>
              </a:spcAft>
              <a:defRPr sz="1900">
                <a:solidFill>
                  <a:srgbClr val="111827"/>
                </a:solidFill>
              </a:defRPr>
            </a:pPr>
            <a:r>
              <a:t>Le catalogue, l'achat et la gestion admin fonctionnent.</a:t>
            </a:r>
          </a:p>
          <a:p>
            <a:pPr>
              <a:spcAft>
                <a:spcPts val="700"/>
              </a:spcAft>
              <a:defRPr sz="1900">
                <a:solidFill>
                  <a:srgbClr val="111827"/>
                </a:solidFill>
              </a:defRPr>
            </a:pPr>
            <a:r>
              <a:t>Le stock est mis a jour automatiquement.</a:t>
            </a:r>
          </a:p>
          <a:p>
            <a:pPr>
              <a:spcAft>
                <a:spcPts val="700"/>
              </a:spcAft>
              <a:defRPr sz="1900">
                <a:solidFill>
                  <a:srgbClr val="111827"/>
                </a:solidFill>
              </a:defRPr>
            </a:pPr>
            <a:r>
              <a:t>Le projet est documente et pret pour la soutenance.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</a:rPr>
              <a:t>Comptes de demo : admin / admin123   |   client1 / client123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