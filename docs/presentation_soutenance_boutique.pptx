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777240"/>
            <a:ext cx="1371600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1097280"/>
            <a:ext cx="80467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Projet Django
Boutique en ligne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2743200"/>
            <a:ext cx="694944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E2E8F0"/>
                </a:solidFill>
              </a:rPr>
              <a:t>Cours : Management des donnees et innovation
Equipe : Zeinabou, Assia, Awa, Alexis, Chloe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7863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Objectif du projet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8229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1D5DB"/>
                </a:solidFill>
              </a:rPr>
              <a:t>Un site de vente en ligne avec deux roles distincts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111827"/>
                </a:solidFill>
              </a:defRPr>
            </a:pPr>
            <a:r>
              <a:t>Developper une boutique en ligne avec Django et SQLite.</a:t>
            </a:r>
          </a:p>
          <a:p>
            <a:pPr>
              <a:spcAft>
                <a:spcPts val="800"/>
              </a:spcAft>
              <a:defRPr sz="2000">
                <a:solidFill>
                  <a:srgbClr val="111827"/>
                </a:solidFill>
              </a:defRPr>
            </a:pPr>
            <a:r>
              <a:t>Permettre la gestion des articles par un administrateur.</a:t>
            </a:r>
          </a:p>
          <a:p>
            <a:pPr>
              <a:spcAft>
                <a:spcPts val="800"/>
              </a:spcAft>
              <a:defRPr sz="2000">
                <a:solidFill>
                  <a:srgbClr val="111827"/>
                </a:solidFill>
              </a:defRPr>
            </a:pPr>
            <a:r>
              <a:t>Permettre l'achat d'articles par un client connecte.</a:t>
            </a:r>
          </a:p>
          <a:p>
            <a:pPr>
              <a:spcAft>
                <a:spcPts val="800"/>
              </a:spcAft>
              <a:defRPr sz="2000">
                <a:solidFill>
                  <a:srgbClr val="111827"/>
                </a:solidFill>
              </a:defRPr>
            </a:pPr>
            <a:r>
              <a:t>Mettre a jour automatiquement le stock apres achat.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7863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Fonctionnalites principales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111827"/>
                </a:solidFill>
              </a:defRPr>
            </a:pPr>
            <a:r>
              <a:t>Catalogue : designation, image, stock, prix, categories.</a:t>
            </a:r>
          </a:p>
          <a:p>
            <a:pPr>
              <a:spcAft>
                <a:spcPts val="800"/>
              </a:spcAft>
              <a:defRPr sz="2000">
                <a:solidFill>
                  <a:srgbClr val="111827"/>
                </a:solidFill>
              </a:defRPr>
            </a:pPr>
            <a:r>
              <a:t>Client : connexion, inscription, achat avec quantite controlee.</a:t>
            </a:r>
          </a:p>
          <a:p>
            <a:pPr>
              <a:spcAft>
                <a:spcPts val="800"/>
              </a:spcAft>
              <a:defRPr sz="2000">
                <a:solidFill>
                  <a:srgbClr val="111827"/>
                </a:solidFill>
              </a:defRPr>
            </a:pPr>
            <a:r>
              <a:t>Administrateur : ajout, modification, suppression des articles.</a:t>
            </a:r>
          </a:p>
          <a:p>
            <a:pPr>
              <a:spcAft>
                <a:spcPts val="800"/>
              </a:spcAft>
              <a:defRPr sz="2000">
                <a:solidFill>
                  <a:srgbClr val="111827"/>
                </a:solidFill>
              </a:defRPr>
            </a:pPr>
            <a:r>
              <a:t>Base SQL SQLite et interface web Django.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0" y="1325880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111827"/>
                </a:solidFill>
              </a:defRPr>
            </a:pPr>
            <a:r>
              <a:t>Images chargees depuis static/img.</a:t>
            </a:r>
          </a:p>
          <a:p>
            <a:pPr>
              <a:spcAft>
                <a:spcPts val="800"/>
              </a:spcAft>
              <a:defRPr sz="2000">
                <a:solidFill>
                  <a:srgbClr val="111827"/>
                </a:solidFill>
              </a:defRPr>
            </a:pPr>
            <a:r>
              <a:t>Tests automatiques des parcours critiques.</a:t>
            </a:r>
          </a:p>
          <a:p>
            <a:pPr>
              <a:spcAft>
                <a:spcPts val="800"/>
              </a:spcAft>
              <a:defRPr sz="2000">
                <a:solidFill>
                  <a:srgbClr val="111827"/>
                </a:solidFill>
              </a:defRPr>
            </a:pPr>
            <a:r>
              <a:t>Rapport PDF et captures de demonstration prepares.</a:t>
            </a:r>
          </a:p>
          <a:p>
            <a:pPr>
              <a:spcAft>
                <a:spcPts val="800"/>
              </a:spcAft>
              <a:defRPr sz="2000">
                <a:solidFill>
                  <a:srgbClr val="111827"/>
                </a:solidFill>
              </a:defRPr>
            </a:pPr>
            <a:r>
              <a:t>Projet relancable depuis GitHub avec README.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7863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Demonstration client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325880"/>
            <a:ext cx="3566160" cy="47091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1-login-p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435608"/>
            <a:ext cx="3346704" cy="4297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5779008"/>
            <a:ext cx="3566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4B5563"/>
                </a:solidFill>
              </a:rPr>
              <a:t>Connexion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15968" y="1325880"/>
            <a:ext cx="3703320" cy="47091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2-catalogue-cli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25696" y="1435608"/>
            <a:ext cx="3483864" cy="42976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315968" y="5779008"/>
            <a:ext cx="3703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4B5563"/>
                </a:solidFill>
              </a:rPr>
              <a:t>Catalogue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74736" y="1325880"/>
            <a:ext cx="3429000" cy="47091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03-achat-p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84464" y="1435608"/>
            <a:ext cx="3209544" cy="42976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174736" y="5779008"/>
            <a:ext cx="3429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4B5563"/>
                </a:solidFill>
              </a:rPr>
              <a:t>Achat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7863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Verification du stock et gestion admin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417320"/>
            <a:ext cx="539496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4-stock-apres-ach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1527048"/>
            <a:ext cx="5175504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687568"/>
            <a:ext cx="5394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4B5563"/>
                </a:solidFill>
              </a:rPr>
              <a:t>Stock apres achat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417320"/>
            <a:ext cx="539496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5-gestion-adm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1928" y="1527048"/>
            <a:ext cx="5175504" cy="411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172200" y="5687568"/>
            <a:ext cx="5394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4B5563"/>
                </a:solidFill>
              </a:rPr>
              <a:t>Gestion administrateur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7863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Repartition du travail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463040"/>
          <a:ext cx="106984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686800"/>
              </a:tblGrid>
              <a:tr h="701040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Membre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Contribution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11827"/>
                          </a:solidFill>
                        </a:rPr>
                        <a:t>Zeinabou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11827"/>
                          </a:solidFill>
                        </a:rPr>
                        <a:t>Structure du projet, URLs, integration finale et verification.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11827"/>
                          </a:solidFill>
                        </a:rPr>
                        <a:t>Assia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11827"/>
                          </a:solidFill>
                        </a:rPr>
                        <a:t>Modele Article, base SQLite, categories, admin.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11827"/>
                          </a:solidFill>
                        </a:rPr>
                        <a:t>Awa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11827"/>
                          </a:solidFill>
                        </a:rPr>
                        <a:t>Logique d'achat, stock, vues et formulaires.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11827"/>
                          </a:solidFill>
                        </a:rPr>
                        <a:t>Alexis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11827"/>
                          </a:solidFill>
                        </a:rPr>
                        <a:t>Templates HTML, CSS, JavaScript et rendu visuel.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11827"/>
                          </a:solidFill>
                        </a:rPr>
                        <a:t>Chloe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11827"/>
                          </a:solidFill>
                        </a:rPr>
                        <a:t>Jeux de donnees, images, tests et contenu de presentation.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7863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105156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111827"/>
                </a:solidFill>
              </a:defRPr>
            </a:pPr>
            <a:r>
              <a:t>Le site repond au cahier des charges du cours.</a:t>
            </a:r>
          </a:p>
          <a:p>
            <a:pPr>
              <a:spcAft>
                <a:spcPts val="800"/>
              </a:spcAft>
              <a:defRPr sz="2000">
                <a:solidFill>
                  <a:srgbClr val="111827"/>
                </a:solidFill>
              </a:defRPr>
            </a:pPr>
            <a:r>
              <a:t>Les deux roles sont fonctionnels : client et administrateur.</a:t>
            </a:r>
          </a:p>
          <a:p>
            <a:pPr>
              <a:spcAft>
                <a:spcPts val="800"/>
              </a:spcAft>
              <a:defRPr sz="2000">
                <a:solidFill>
                  <a:srgbClr val="111827"/>
                </a:solidFill>
              </a:defRPr>
            </a:pPr>
            <a:r>
              <a:t>Le stock est mis a jour automatiquement apres achat.</a:t>
            </a:r>
          </a:p>
          <a:p>
            <a:pPr>
              <a:spcAft>
                <a:spcPts val="800"/>
              </a:spcAft>
              <a:defRPr sz="2000">
                <a:solidFill>
                  <a:srgbClr val="111827"/>
                </a:solidFill>
              </a:defRPr>
            </a:pPr>
            <a:r>
              <a:t>Le projet est teste, documente et pret pour la soutenance.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166360"/>
            <a:ext cx="104241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2563EB"/>
                </a:solidFill>
              </a:rPr>
              <a:t>Comptes de demonstration : admin / admin123   |   client1 / client123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